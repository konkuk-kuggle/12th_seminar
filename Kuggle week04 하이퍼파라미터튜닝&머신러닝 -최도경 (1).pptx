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4921" autoAdjust="0"/>
    <p:restoredTop sz="94622" autoAdjust="0"/>
  </p:normalViewPr>
  <p:slideViewPr>
    <p:cSldViewPr>
      <p:cViewPr varScale="1">
        <p:scale>
          <a:sx n="100" d="100"/>
          <a:sy n="100" d="100"/>
        </p:scale>
        <p:origin x="-1092" y="-90"/>
      </p:cViewPr>
      <p:guideLst>
        <p:guide orient="horz" pos="4319"/>
        <p:guide pos="767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slide" Target="slides/slide14.xml"  /><Relationship Id="rId17" Type="http://schemas.openxmlformats.org/officeDocument/2006/relationships/slide" Target="slides/slide15.xml"  /><Relationship Id="rId18" Type="http://schemas.openxmlformats.org/officeDocument/2006/relationships/slide" Target="slides/slide16.xml"  /><Relationship Id="rId19" Type="http://schemas.openxmlformats.org/officeDocument/2006/relationships/slide" Target="slides/slide17.xml"  /><Relationship Id="rId2" Type="http://schemas.openxmlformats.org/officeDocument/2006/relationships/notesMaster" Target="notesMasters/notesMaster1.xml"  /><Relationship Id="rId20" Type="http://schemas.openxmlformats.org/officeDocument/2006/relationships/slide" Target="slides/slide18.xml"  /><Relationship Id="rId21" Type="http://schemas.openxmlformats.org/officeDocument/2006/relationships/slide" Target="slides/slide19.xml"  /><Relationship Id="rId22" Type="http://schemas.openxmlformats.org/officeDocument/2006/relationships/slide" Target="slides/slide20.xml"  /><Relationship Id="rId23" Type="http://schemas.openxmlformats.org/officeDocument/2006/relationships/slide" Target="slides/slide21.xml"  /><Relationship Id="rId24" Type="http://schemas.openxmlformats.org/officeDocument/2006/relationships/slide" Target="slides/slide22.xml"  /><Relationship Id="rId25" Type="http://schemas.openxmlformats.org/officeDocument/2006/relationships/slide" Target="slides/slide23.xml"  /><Relationship Id="rId26" Type="http://schemas.openxmlformats.org/officeDocument/2006/relationships/slide" Target="slides/slide24.xml"  /><Relationship Id="rId27" Type="http://schemas.openxmlformats.org/officeDocument/2006/relationships/slide" Target="slides/slide25.xml"  /><Relationship Id="rId28" Type="http://schemas.openxmlformats.org/officeDocument/2006/relationships/slide" Target="slides/slide26.xml"  /><Relationship Id="rId29" Type="http://schemas.openxmlformats.org/officeDocument/2006/relationships/slide" Target="slides/slide27.xml"  /><Relationship Id="rId3" Type="http://schemas.openxmlformats.org/officeDocument/2006/relationships/slide" Target="slides/slide1.xml"  /><Relationship Id="rId30" Type="http://schemas.openxmlformats.org/officeDocument/2006/relationships/slide" Target="slides/slide28.xml"  /><Relationship Id="rId31" Type="http://schemas.openxmlformats.org/officeDocument/2006/relationships/slide" Target="slides/slide29.xml"  /><Relationship Id="rId32" Type="http://schemas.openxmlformats.org/officeDocument/2006/relationships/slide" Target="slides/slide30.xml"  /><Relationship Id="rId33" Type="http://schemas.openxmlformats.org/officeDocument/2006/relationships/slide" Target="slides/slide31.xml"  /><Relationship Id="rId34" Type="http://schemas.openxmlformats.org/officeDocument/2006/relationships/slide" Target="slides/slide32.xml"  /><Relationship Id="rId35" Type="http://schemas.openxmlformats.org/officeDocument/2006/relationships/slide" Target="slides/slide33.xml"  /><Relationship Id="rId36" Type="http://schemas.openxmlformats.org/officeDocument/2006/relationships/presProps" Target="presProps.xml"  /><Relationship Id="rId37" Type="http://schemas.openxmlformats.org/officeDocument/2006/relationships/viewProps" Target="viewProps.xml"  /><Relationship Id="rId38" Type="http://schemas.openxmlformats.org/officeDocument/2006/relationships/theme" Target="theme/theme1.xml"  /><Relationship Id="rId39" Type="http://schemas.openxmlformats.org/officeDocument/2006/relationships/tableStyles" Target="tableStyles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E2B2BC9D-A816-4D0A-858B-1D023B3A8ACA}" type="datetime1">
              <a:rPr lang="ko-KR" altLang="en-US" smtClean="0"/>
              <a:pPr/>
              <a:t>2009-03-26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09F4262C-968C-4EE9-8164-CE16364706B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629948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3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/>
            <a:fld id="{09F4262C-968C-4EE9-8164-CE16364706B3}" type="slidenum">
              <a:rPr lang="ko-KR" altLang="en-US" smtClean="0"/>
              <a:pPr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5417175"/>
      </p:ext>
    </p:extLst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Relationship Id="rId3" Type="http://schemas.openxmlformats.org/officeDocument/2006/relationships/image" Target="../media/image2.png"  /><Relationship Id="rId4" Type="http://schemas.openxmlformats.org/officeDocument/2006/relationships/image" Target="../media/image3.png"  /><Relationship Id="rId5" Type="http://schemas.openxmlformats.org/officeDocument/2006/relationships/image" Target="../media/image4.png"  /><Relationship Id="rId6" Type="http://schemas.openxmlformats.org/officeDocument/2006/relationships/image" Target="../media/image5.png"  /><Relationship Id="rId7" Type="http://schemas.openxmlformats.org/officeDocument/2006/relationships/image" Target="../media/image6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15.png"  /><Relationship Id="rId11" Type="http://schemas.openxmlformats.org/officeDocument/2006/relationships/image" Target="../media/image13.png"  /><Relationship Id="rId12" Type="http://schemas.openxmlformats.org/officeDocument/2006/relationships/image" Target="../media/image16.png"  /><Relationship Id="rId13" Type="http://schemas.openxmlformats.org/officeDocument/2006/relationships/image" Target="../media/image17.png"  /><Relationship Id="rId14" Type="http://schemas.openxmlformats.org/officeDocument/2006/relationships/image" Target="../media/image18.png"  /><Relationship Id="rId15" Type="http://schemas.openxmlformats.org/officeDocument/2006/relationships/image" Target="../media/image9.png"  /><Relationship Id="rId16" Type="http://schemas.openxmlformats.org/officeDocument/2006/relationships/image" Target="../media/image19.png"  /><Relationship Id="rId17" Type="http://schemas.openxmlformats.org/officeDocument/2006/relationships/image" Target="../media/image20.png"  /><Relationship Id="rId18" Type="http://schemas.openxmlformats.org/officeDocument/2006/relationships/image" Target="../media/image13.png"  /><Relationship Id="rId19" Type="http://schemas.openxmlformats.org/officeDocument/2006/relationships/image" Target="../media/image19.png"  /><Relationship Id="rId2" Type="http://schemas.openxmlformats.org/officeDocument/2006/relationships/image" Target="../media/image7.png"  /><Relationship Id="rId20" Type="http://schemas.openxmlformats.org/officeDocument/2006/relationships/image" Target="../media/image21.png"  /><Relationship Id="rId21" Type="http://schemas.openxmlformats.org/officeDocument/2006/relationships/image" Target="../media/image22.png"  /><Relationship Id="rId22" Type="http://schemas.openxmlformats.org/officeDocument/2006/relationships/image" Target="../media/image9.png"  /><Relationship Id="rId23" Type="http://schemas.openxmlformats.org/officeDocument/2006/relationships/image" Target="../media/image23.png"  /><Relationship Id="rId24" Type="http://schemas.openxmlformats.org/officeDocument/2006/relationships/image" Target="../media/image24.png"  /><Relationship Id="rId25" Type="http://schemas.openxmlformats.org/officeDocument/2006/relationships/image" Target="../media/image25.png"  /><Relationship Id="rId26" Type="http://schemas.openxmlformats.org/officeDocument/2006/relationships/image" Target="../media/image26.png"  /><Relationship Id="rId3" Type="http://schemas.openxmlformats.org/officeDocument/2006/relationships/image" Target="../media/image8.png"  /><Relationship Id="rId4" Type="http://schemas.openxmlformats.org/officeDocument/2006/relationships/image" Target="../media/image9.png"  /><Relationship Id="rId5" Type="http://schemas.openxmlformats.org/officeDocument/2006/relationships/image" Target="../media/image10.png"  /><Relationship Id="rId6" Type="http://schemas.openxmlformats.org/officeDocument/2006/relationships/image" Target="../media/image11.png"  /><Relationship Id="rId7" Type="http://schemas.openxmlformats.org/officeDocument/2006/relationships/image" Target="../media/image12.png"  /><Relationship Id="rId8" Type="http://schemas.openxmlformats.org/officeDocument/2006/relationships/image" Target="../media/image13.png"  /><Relationship Id="rId9" Type="http://schemas.openxmlformats.org/officeDocument/2006/relationships/image" Target="../media/image14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35.png"  /><Relationship Id="rId11" Type="http://schemas.openxmlformats.org/officeDocument/2006/relationships/image" Target="../media/image36.png"  /><Relationship Id="rId12" Type="http://schemas.openxmlformats.org/officeDocument/2006/relationships/image" Target="../media/image37.png"  /><Relationship Id="rId2" Type="http://schemas.openxmlformats.org/officeDocument/2006/relationships/image" Target="../media/image27.png"  /><Relationship Id="rId3" Type="http://schemas.openxmlformats.org/officeDocument/2006/relationships/image" Target="../media/image28.png"  /><Relationship Id="rId4" Type="http://schemas.openxmlformats.org/officeDocument/2006/relationships/image" Target="../media/image29.png"  /><Relationship Id="rId5" Type="http://schemas.openxmlformats.org/officeDocument/2006/relationships/image" Target="../media/image30.png"  /><Relationship Id="rId6" Type="http://schemas.openxmlformats.org/officeDocument/2006/relationships/image" Target="../media/image31.png"  /><Relationship Id="rId7" Type="http://schemas.openxmlformats.org/officeDocument/2006/relationships/image" Target="../media/image32.png"  /><Relationship Id="rId8" Type="http://schemas.openxmlformats.org/officeDocument/2006/relationships/image" Target="../media/image33.png"  /><Relationship Id="rId9" Type="http://schemas.openxmlformats.org/officeDocument/2006/relationships/image" Target="../media/image34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45.png"  /><Relationship Id="rId11" Type="http://schemas.openxmlformats.org/officeDocument/2006/relationships/image" Target="../media/image46.png"  /><Relationship Id="rId2" Type="http://schemas.openxmlformats.org/officeDocument/2006/relationships/image" Target="../media/image38.png"  /><Relationship Id="rId3" Type="http://schemas.openxmlformats.org/officeDocument/2006/relationships/image" Target="../media/image39.png"  /><Relationship Id="rId4" Type="http://schemas.openxmlformats.org/officeDocument/2006/relationships/image" Target="../media/image40.png"  /><Relationship Id="rId5" Type="http://schemas.openxmlformats.org/officeDocument/2006/relationships/image" Target="../media/image41.png"  /><Relationship Id="rId6" Type="http://schemas.openxmlformats.org/officeDocument/2006/relationships/image" Target="../media/image42.png"  /><Relationship Id="rId7" Type="http://schemas.openxmlformats.org/officeDocument/2006/relationships/image" Target="../media/image43.png"  /><Relationship Id="rId8" Type="http://schemas.openxmlformats.org/officeDocument/2006/relationships/image" Target="../media/image44.png"  /><Relationship Id="rId9" Type="http://schemas.openxmlformats.org/officeDocument/2006/relationships/image" Target="../media/image34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53.png"  /><Relationship Id="rId11" Type="http://schemas.openxmlformats.org/officeDocument/2006/relationships/image" Target="../media/image54.png"  /><Relationship Id="rId12" Type="http://schemas.openxmlformats.org/officeDocument/2006/relationships/image" Target="../media/image55.png"  /><Relationship Id="rId13" Type="http://schemas.openxmlformats.org/officeDocument/2006/relationships/image" Target="../media/image56.png"  /><Relationship Id="rId14" Type="http://schemas.openxmlformats.org/officeDocument/2006/relationships/image" Target="../media/image57.png"  /><Relationship Id="rId2" Type="http://schemas.openxmlformats.org/officeDocument/2006/relationships/image" Target="../media/image47.png"  /><Relationship Id="rId3" Type="http://schemas.openxmlformats.org/officeDocument/2006/relationships/image" Target="../media/image48.png"  /><Relationship Id="rId4" Type="http://schemas.openxmlformats.org/officeDocument/2006/relationships/image" Target="../media/image49.png"  /><Relationship Id="rId5" Type="http://schemas.openxmlformats.org/officeDocument/2006/relationships/image" Target="../media/image41.png"  /><Relationship Id="rId6" Type="http://schemas.openxmlformats.org/officeDocument/2006/relationships/image" Target="../media/image50.png"  /><Relationship Id="rId7" Type="http://schemas.openxmlformats.org/officeDocument/2006/relationships/image" Target="../media/image51.png"  /><Relationship Id="rId8" Type="http://schemas.openxmlformats.org/officeDocument/2006/relationships/image" Target="../media/image52.png"  /><Relationship Id="rId9" Type="http://schemas.openxmlformats.org/officeDocument/2006/relationships/image" Target="../media/image34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58.png"  /><Relationship Id="rId3" Type="http://schemas.openxmlformats.org/officeDocument/2006/relationships/image" Target="../media/image59.png"  /><Relationship Id="rId4" Type="http://schemas.openxmlformats.org/officeDocument/2006/relationships/image" Target="../media/image60.png"  /><Relationship Id="rId5" Type="http://schemas.openxmlformats.org/officeDocument/2006/relationships/image" Target="../media/image61.png"  /><Relationship Id="rId6" Type="http://schemas.openxmlformats.org/officeDocument/2006/relationships/image" Target="../media/image62.png"  /><Relationship Id="rId7" Type="http://schemas.openxmlformats.org/officeDocument/2006/relationships/image" Target="../media/image63.png"  /><Relationship Id="rId8" Type="http://schemas.openxmlformats.org/officeDocument/2006/relationships/image" Target="../media/image64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58.png"  /><Relationship Id="rId3" Type="http://schemas.openxmlformats.org/officeDocument/2006/relationships/image" Target="../media/image65.png"  /><Relationship Id="rId4" Type="http://schemas.openxmlformats.org/officeDocument/2006/relationships/image" Target="../media/image66.png"  /><Relationship Id="rId5" Type="http://schemas.openxmlformats.org/officeDocument/2006/relationships/image" Target="../media/image67.png"  /><Relationship Id="rId6" Type="http://schemas.openxmlformats.org/officeDocument/2006/relationships/image" Target="../media/image68.png"  /><Relationship Id="rId7" Type="http://schemas.openxmlformats.org/officeDocument/2006/relationships/image" Target="../media/image69.png"  /><Relationship Id="rId8" Type="http://schemas.openxmlformats.org/officeDocument/2006/relationships/image" Target="../media/image70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79.png"  /><Relationship Id="rId11" Type="http://schemas.openxmlformats.org/officeDocument/2006/relationships/image" Target="../media/image80.png"  /><Relationship Id="rId12" Type="http://schemas.openxmlformats.org/officeDocument/2006/relationships/image" Target="../media/image81.png"  /><Relationship Id="rId2" Type="http://schemas.openxmlformats.org/officeDocument/2006/relationships/image" Target="../media/image71.png"  /><Relationship Id="rId3" Type="http://schemas.openxmlformats.org/officeDocument/2006/relationships/image" Target="../media/image72.png"  /><Relationship Id="rId4" Type="http://schemas.openxmlformats.org/officeDocument/2006/relationships/image" Target="../media/image73.png"  /><Relationship Id="rId5" Type="http://schemas.openxmlformats.org/officeDocument/2006/relationships/image" Target="../media/image74.png"  /><Relationship Id="rId6" Type="http://schemas.openxmlformats.org/officeDocument/2006/relationships/image" Target="../media/image75.png"  /><Relationship Id="rId7" Type="http://schemas.openxmlformats.org/officeDocument/2006/relationships/image" Target="../media/image76.png"  /><Relationship Id="rId8" Type="http://schemas.openxmlformats.org/officeDocument/2006/relationships/image" Target="../media/image77.png"  /><Relationship Id="rId9" Type="http://schemas.openxmlformats.org/officeDocument/2006/relationships/image" Target="../media/image78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90.png"  /><Relationship Id="rId11" Type="http://schemas.openxmlformats.org/officeDocument/2006/relationships/image" Target="../media/image91.png"  /><Relationship Id="rId2" Type="http://schemas.openxmlformats.org/officeDocument/2006/relationships/image" Target="../media/image82.png"  /><Relationship Id="rId3" Type="http://schemas.openxmlformats.org/officeDocument/2006/relationships/image" Target="../media/image83.png"  /><Relationship Id="rId4" Type="http://schemas.openxmlformats.org/officeDocument/2006/relationships/image" Target="../media/image84.png"  /><Relationship Id="rId5" Type="http://schemas.openxmlformats.org/officeDocument/2006/relationships/image" Target="../media/image85.png"  /><Relationship Id="rId6" Type="http://schemas.openxmlformats.org/officeDocument/2006/relationships/image" Target="../media/image86.png"  /><Relationship Id="rId7" Type="http://schemas.openxmlformats.org/officeDocument/2006/relationships/image" Target="../media/image87.png"  /><Relationship Id="rId8" Type="http://schemas.openxmlformats.org/officeDocument/2006/relationships/image" Target="../media/image88.png"  /><Relationship Id="rId9" Type="http://schemas.openxmlformats.org/officeDocument/2006/relationships/image" Target="../media/image89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100.png"  /><Relationship Id="rId11" Type="http://schemas.openxmlformats.org/officeDocument/2006/relationships/image" Target="../media/image101.png"  /><Relationship Id="rId12" Type="http://schemas.openxmlformats.org/officeDocument/2006/relationships/image" Target="../media/image102.png"  /><Relationship Id="rId13" Type="http://schemas.openxmlformats.org/officeDocument/2006/relationships/image" Target="../media/image103.png"  /><Relationship Id="rId2" Type="http://schemas.openxmlformats.org/officeDocument/2006/relationships/image" Target="../media/image92.png"  /><Relationship Id="rId3" Type="http://schemas.openxmlformats.org/officeDocument/2006/relationships/image" Target="../media/image93.png"  /><Relationship Id="rId4" Type="http://schemas.openxmlformats.org/officeDocument/2006/relationships/image" Target="../media/image94.png"  /><Relationship Id="rId5" Type="http://schemas.openxmlformats.org/officeDocument/2006/relationships/image" Target="../media/image95.png"  /><Relationship Id="rId6" Type="http://schemas.openxmlformats.org/officeDocument/2006/relationships/image" Target="../media/image96.png"  /><Relationship Id="rId7" Type="http://schemas.openxmlformats.org/officeDocument/2006/relationships/image" Target="../media/image97.png"  /><Relationship Id="rId8" Type="http://schemas.openxmlformats.org/officeDocument/2006/relationships/image" Target="../media/image98.png"  /><Relationship Id="rId9" Type="http://schemas.openxmlformats.org/officeDocument/2006/relationships/image" Target="../media/image99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04.png"  /><Relationship Id="rId3" Type="http://schemas.openxmlformats.org/officeDocument/2006/relationships/image" Target="../media/image105.png"  /><Relationship Id="rId4" Type="http://schemas.openxmlformats.org/officeDocument/2006/relationships/image" Target="../media/image106.png"  /><Relationship Id="rId5" Type="http://schemas.openxmlformats.org/officeDocument/2006/relationships/image" Target="../media/image107.png"  /><Relationship Id="rId6" Type="http://schemas.openxmlformats.org/officeDocument/2006/relationships/image" Target="../media/image108.png"  /><Relationship Id="rId7" Type="http://schemas.openxmlformats.org/officeDocument/2006/relationships/image" Target="../media/image109.png"  /><Relationship Id="rId8" Type="http://schemas.openxmlformats.org/officeDocument/2006/relationships/image" Target="../media/image110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115.png"  /><Relationship Id="rId11" Type="http://schemas.openxmlformats.org/officeDocument/2006/relationships/image" Target="../media/image116.png"  /><Relationship Id="rId2" Type="http://schemas.openxmlformats.org/officeDocument/2006/relationships/image" Target="../media/image111.png"  /><Relationship Id="rId3" Type="http://schemas.openxmlformats.org/officeDocument/2006/relationships/image" Target="../media/image112.png"  /><Relationship Id="rId4" Type="http://schemas.openxmlformats.org/officeDocument/2006/relationships/image" Target="../media/image40.png"  /><Relationship Id="rId5" Type="http://schemas.openxmlformats.org/officeDocument/2006/relationships/image" Target="../media/image41.png"  /><Relationship Id="rId6" Type="http://schemas.openxmlformats.org/officeDocument/2006/relationships/image" Target="../media/image113.png"  /><Relationship Id="rId7" Type="http://schemas.openxmlformats.org/officeDocument/2006/relationships/image" Target="../media/image114.png"  /><Relationship Id="rId8" Type="http://schemas.openxmlformats.org/officeDocument/2006/relationships/image" Target="../media/image44.png"  /><Relationship Id="rId9" Type="http://schemas.openxmlformats.org/officeDocument/2006/relationships/image" Target="../media/image34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10" Type="http://schemas.openxmlformats.org/officeDocument/2006/relationships/image" Target="../media/image34.png"  /><Relationship Id="rId11" Type="http://schemas.openxmlformats.org/officeDocument/2006/relationships/image" Target="../media/image121.png"  /><Relationship Id="rId12" Type="http://schemas.openxmlformats.org/officeDocument/2006/relationships/image" Target="../media/image122.png"  /><Relationship Id="rId13" Type="http://schemas.openxmlformats.org/officeDocument/2006/relationships/image" Target="../media/image123.png"  /><Relationship Id="rId14" Type="http://schemas.openxmlformats.org/officeDocument/2006/relationships/image" Target="../media/image124.png"  /><Relationship Id="rId15" Type="http://schemas.openxmlformats.org/officeDocument/2006/relationships/image" Target="../media/image125.png"  /><Relationship Id="rId2" Type="http://schemas.openxmlformats.org/officeDocument/2006/relationships/slideLayout" Target="../slideLayouts/slideLayout7.xml"  /><Relationship Id="rId3" Type="http://schemas.openxmlformats.org/officeDocument/2006/relationships/image" Target="../media/image117.png"  /><Relationship Id="rId4" Type="http://schemas.openxmlformats.org/officeDocument/2006/relationships/image" Target="../media/image118.png"  /><Relationship Id="rId5" Type="http://schemas.openxmlformats.org/officeDocument/2006/relationships/image" Target="../media/image49.png"  /><Relationship Id="rId6" Type="http://schemas.openxmlformats.org/officeDocument/2006/relationships/image" Target="../media/image41.png"  /><Relationship Id="rId7" Type="http://schemas.openxmlformats.org/officeDocument/2006/relationships/image" Target="../media/image119.png"  /><Relationship Id="rId8" Type="http://schemas.openxmlformats.org/officeDocument/2006/relationships/image" Target="../media/image120.png"  /><Relationship Id="rId9" Type="http://schemas.openxmlformats.org/officeDocument/2006/relationships/image" Target="../media/image52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58.png"  /><Relationship Id="rId3" Type="http://schemas.openxmlformats.org/officeDocument/2006/relationships/image" Target="../media/image126.png"  /><Relationship Id="rId4" Type="http://schemas.openxmlformats.org/officeDocument/2006/relationships/image" Target="../media/image127.png"  /><Relationship Id="rId5" Type="http://schemas.openxmlformats.org/officeDocument/2006/relationships/image" Target="../media/image128.png"  /><Relationship Id="rId6" Type="http://schemas.openxmlformats.org/officeDocument/2006/relationships/image" Target="../media/image129.png"  /><Relationship Id="rId7" Type="http://schemas.openxmlformats.org/officeDocument/2006/relationships/image" Target="../media/image130.png"  /><Relationship Id="rId8" Type="http://schemas.openxmlformats.org/officeDocument/2006/relationships/image" Target="../media/image131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32.png"  /><Relationship Id="rId3" Type="http://schemas.openxmlformats.org/officeDocument/2006/relationships/image" Target="../media/image133.png"  /><Relationship Id="rId4" Type="http://schemas.openxmlformats.org/officeDocument/2006/relationships/image" Target="../media/image134.png"  /><Relationship Id="rId5" Type="http://schemas.openxmlformats.org/officeDocument/2006/relationships/image" Target="../media/image135.png"  /><Relationship Id="rId6" Type="http://schemas.openxmlformats.org/officeDocument/2006/relationships/image" Target="../media/image136.png"  /><Relationship Id="rId7" Type="http://schemas.openxmlformats.org/officeDocument/2006/relationships/image" Target="../media/image137.png"  /><Relationship Id="rId8" Type="http://schemas.openxmlformats.org/officeDocument/2006/relationships/image" Target="../media/image70.png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146.png"  /><Relationship Id="rId11" Type="http://schemas.openxmlformats.org/officeDocument/2006/relationships/image" Target="../media/image147.png"  /><Relationship Id="rId2" Type="http://schemas.openxmlformats.org/officeDocument/2006/relationships/image" Target="../media/image138.png"  /><Relationship Id="rId3" Type="http://schemas.openxmlformats.org/officeDocument/2006/relationships/image" Target="../media/image139.png"  /><Relationship Id="rId4" Type="http://schemas.openxmlformats.org/officeDocument/2006/relationships/image" Target="../media/image140.png"  /><Relationship Id="rId5" Type="http://schemas.openxmlformats.org/officeDocument/2006/relationships/image" Target="../media/image141.png"  /><Relationship Id="rId6" Type="http://schemas.openxmlformats.org/officeDocument/2006/relationships/image" Target="../media/image142.png"  /><Relationship Id="rId7" Type="http://schemas.openxmlformats.org/officeDocument/2006/relationships/image" Target="../media/image143.png"  /><Relationship Id="rId8" Type="http://schemas.openxmlformats.org/officeDocument/2006/relationships/image" Target="../media/image144.png"  /><Relationship Id="rId9" Type="http://schemas.openxmlformats.org/officeDocument/2006/relationships/image" Target="../media/image145.png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48.png"  /><Relationship Id="rId3" Type="http://schemas.openxmlformats.org/officeDocument/2006/relationships/image" Target="../media/image149.png"  /><Relationship Id="rId4" Type="http://schemas.openxmlformats.org/officeDocument/2006/relationships/image" Target="../media/image150.png"  /><Relationship Id="rId5" Type="http://schemas.openxmlformats.org/officeDocument/2006/relationships/image" Target="../media/image151.png"  /><Relationship Id="rId6" Type="http://schemas.openxmlformats.org/officeDocument/2006/relationships/image" Target="../media/image152.png"  /><Relationship Id="rId7" Type="http://schemas.openxmlformats.org/officeDocument/2006/relationships/image" Target="../media/image153.png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54.png"  /><Relationship Id="rId3" Type="http://schemas.openxmlformats.org/officeDocument/2006/relationships/image" Target="../media/image155.png"  /><Relationship Id="rId4" Type="http://schemas.openxmlformats.org/officeDocument/2006/relationships/image" Target="../media/image156.png"  /><Relationship Id="rId5" Type="http://schemas.openxmlformats.org/officeDocument/2006/relationships/image" Target="../media/image157.png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58.png"  /><Relationship Id="rId3" Type="http://schemas.openxmlformats.org/officeDocument/2006/relationships/image" Target="../media/image158.png"  /><Relationship Id="rId4" Type="http://schemas.openxmlformats.org/officeDocument/2006/relationships/image" Target="../media/image159.png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60.png"  /><Relationship Id="rId3" Type="http://schemas.openxmlformats.org/officeDocument/2006/relationships/image" Target="../media/image161.png"  /><Relationship Id="rId4" Type="http://schemas.openxmlformats.org/officeDocument/2006/relationships/image" Target="../media/image162.png"  /><Relationship Id="rId5" Type="http://schemas.openxmlformats.org/officeDocument/2006/relationships/image" Target="../media/image163.png"  /></Relationships>
</file>

<file path=ppt/slides/_rels/slide2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32.png"  /><Relationship Id="rId3" Type="http://schemas.openxmlformats.org/officeDocument/2006/relationships/image" Target="../media/image161.png"  /><Relationship Id="rId4" Type="http://schemas.openxmlformats.org/officeDocument/2006/relationships/image" Target="../media/image164.png"  /><Relationship Id="rId5" Type="http://schemas.openxmlformats.org/officeDocument/2006/relationships/image" Target="../media/image165.jpeg"  /><Relationship Id="rId6" Type="http://schemas.openxmlformats.org/officeDocument/2006/relationships/image" Target="../media/image166.png"  /></Relationships>
</file>

<file path=ppt/slides/_rels/slide2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58.png"  /><Relationship Id="rId3" Type="http://schemas.openxmlformats.org/officeDocument/2006/relationships/image" Target="../media/image167.png"  /><Relationship Id="rId4" Type="http://schemas.openxmlformats.org/officeDocument/2006/relationships/image" Target="../media/image161.png"  /><Relationship Id="rId5" Type="http://schemas.openxmlformats.org/officeDocument/2006/relationships/image" Target="../media/image168.png"  /><Relationship Id="rId6" Type="http://schemas.openxmlformats.org/officeDocument/2006/relationships/image" Target="../media/image169.png"  /></Relationships>
</file>

<file path=ppt/slides/_rels/slide2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70.png"  /><Relationship Id="rId3" Type="http://schemas.openxmlformats.org/officeDocument/2006/relationships/image" Target="../media/image171.png"  /><Relationship Id="rId4" Type="http://schemas.openxmlformats.org/officeDocument/2006/relationships/image" Target="../media/image172.png"  /><Relationship Id="rId5" Type="http://schemas.openxmlformats.org/officeDocument/2006/relationships/image" Target="../media/image173.png"  /><Relationship Id="rId6" Type="http://schemas.openxmlformats.org/officeDocument/2006/relationships/image" Target="../media/image174.png"  /><Relationship Id="rId7" Type="http://schemas.openxmlformats.org/officeDocument/2006/relationships/image" Target="../media/image175.png"  /><Relationship Id="rId8" Type="http://schemas.openxmlformats.org/officeDocument/2006/relationships/image" Target="../media/image176.png"  /><Relationship Id="rId9" Type="http://schemas.openxmlformats.org/officeDocument/2006/relationships/image" Target="../media/image177.png"  /></Relationships>
</file>

<file path=ppt/slides/_rels/slide2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78.png"  /><Relationship Id="rId3" Type="http://schemas.openxmlformats.org/officeDocument/2006/relationships/image" Target="../media/image179.png"  /><Relationship Id="rId4" Type="http://schemas.openxmlformats.org/officeDocument/2006/relationships/image" Target="../media/image171.png"  /></Relationships>
</file>

<file path=ppt/slides/_rels/slide2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32.png"  /><Relationship Id="rId3" Type="http://schemas.openxmlformats.org/officeDocument/2006/relationships/image" Target="../media/image180.png"  /><Relationship Id="rId4" Type="http://schemas.openxmlformats.org/officeDocument/2006/relationships/image" Target="../media/image181.png"  /><Relationship Id="rId5" Type="http://schemas.openxmlformats.org/officeDocument/2006/relationships/image" Target="../media/image182.png"  /></Relationships>
</file>

<file path=ppt/slides/_rels/slide2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83.png"  /><Relationship Id="rId3" Type="http://schemas.openxmlformats.org/officeDocument/2006/relationships/image" Target="../media/image184.png"  /><Relationship Id="rId4" Type="http://schemas.openxmlformats.org/officeDocument/2006/relationships/image" Target="../media/image185.png"  /><Relationship Id="rId5" Type="http://schemas.openxmlformats.org/officeDocument/2006/relationships/image" Target="../media/image186.png"  /><Relationship Id="rId6" Type="http://schemas.openxmlformats.org/officeDocument/2006/relationships/image" Target="../media/image187.png"  /><Relationship Id="rId7" Type="http://schemas.openxmlformats.org/officeDocument/2006/relationships/image" Target="../media/image188.png"  /></Relationships>
</file>

<file path=ppt/slides/_rels/slide2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83.png"  /><Relationship Id="rId3" Type="http://schemas.openxmlformats.org/officeDocument/2006/relationships/image" Target="../media/image189.png"  /><Relationship Id="rId4" Type="http://schemas.openxmlformats.org/officeDocument/2006/relationships/image" Target="../media/image190.png"  /><Relationship Id="rId5" Type="http://schemas.openxmlformats.org/officeDocument/2006/relationships/image" Target="../media/image191.png"  /><Relationship Id="rId6" Type="http://schemas.openxmlformats.org/officeDocument/2006/relationships/image" Target="../media/image192.png"  /><Relationship Id="rId7" Type="http://schemas.openxmlformats.org/officeDocument/2006/relationships/image" Target="../media/image193.png"  /><Relationship Id="rId8" Type="http://schemas.openxmlformats.org/officeDocument/2006/relationships/image" Target="../media/image194.png"  /></Relationships>
</file>

<file path=ppt/slides/_rels/slide2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95.png"  /><Relationship Id="rId3" Type="http://schemas.openxmlformats.org/officeDocument/2006/relationships/image" Target="../media/image196.png"  /><Relationship Id="rId4" Type="http://schemas.openxmlformats.org/officeDocument/2006/relationships/image" Target="../media/image197.png"  /><Relationship Id="rId5" Type="http://schemas.openxmlformats.org/officeDocument/2006/relationships/image" Target="../media/image198.jpeg"  /></Relationships>
</file>

<file path=ppt/slides/_rels/slide2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58.png"  /><Relationship Id="rId3" Type="http://schemas.openxmlformats.org/officeDocument/2006/relationships/image" Target="../media/image196.png"  /><Relationship Id="rId4" Type="http://schemas.openxmlformats.org/officeDocument/2006/relationships/image" Target="../media/image199.png"  /></Relationships>
</file>

<file path=ppt/slides/_rels/slide3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32.png"  /><Relationship Id="rId3" Type="http://schemas.openxmlformats.org/officeDocument/2006/relationships/image" Target="../media/image200.png"  /><Relationship Id="rId4" Type="http://schemas.openxmlformats.org/officeDocument/2006/relationships/image" Target="../media/image201.png"  /><Relationship Id="rId5" Type="http://schemas.openxmlformats.org/officeDocument/2006/relationships/image" Target="../media/image202.png"  /></Relationships>
</file>

<file path=ppt/slides/_rels/slide3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03.png"  /><Relationship Id="rId3" Type="http://schemas.openxmlformats.org/officeDocument/2006/relationships/image" Target="../media/image204.png"  /><Relationship Id="rId4" Type="http://schemas.openxmlformats.org/officeDocument/2006/relationships/image" Target="../media/image205.png"  /><Relationship Id="rId5" Type="http://schemas.openxmlformats.org/officeDocument/2006/relationships/image" Target="../media/image206.png"  /></Relationships>
</file>

<file path=ppt/slides/_rels/slide3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58.png"  /><Relationship Id="rId3" Type="http://schemas.openxmlformats.org/officeDocument/2006/relationships/image" Target="../media/image204.png"  /><Relationship Id="rId4" Type="http://schemas.openxmlformats.org/officeDocument/2006/relationships/image" Target="../media/image207.png"  /></Relationships>
</file>

<file path=ppt/slides/_rels/slide3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58.png"  /><Relationship Id="rId3" Type="http://schemas.openxmlformats.org/officeDocument/2006/relationships/image" Target="../media/image208.png"  /><Relationship Id="rId4" Type="http://schemas.openxmlformats.org/officeDocument/2006/relationships/image" Target="../media/image209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4241800" y="2413000"/>
            <a:ext cx="22860000" cy="22860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9431000" y="-5207000"/>
            <a:ext cx="8890000" cy="8890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25600" y="6007100"/>
            <a:ext cx="11328400" cy="3200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625600" y="9398000"/>
            <a:ext cx="8369300" cy="596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>
            <a:alphaModFix amt="80000"/>
          </a:blip>
          <a:stretch>
            <a:fillRect/>
          </a:stretch>
        </p:blipFill>
        <p:spPr>
          <a:xfrm rot="0">
            <a:off x="11417300" y="762000"/>
            <a:ext cx="12103100" cy="660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625600" y="11366500"/>
            <a:ext cx="6616700" cy="5969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-2209800" y="-8775700"/>
            <a:ext cx="17830800" cy="17830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311400" y="1854200"/>
            <a:ext cx="2247900" cy="1536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816100" y="6489700"/>
            <a:ext cx="1485900" cy="50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311400" y="5689600"/>
            <a:ext cx="508000" cy="508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162300" y="5600700"/>
            <a:ext cx="6578600" cy="8001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3162300" y="6527800"/>
            <a:ext cx="6578600" cy="990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1816100" y="10998200"/>
            <a:ext cx="1485900" cy="50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311400" y="10198100"/>
            <a:ext cx="508000" cy="508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3162300" y="10109200"/>
            <a:ext cx="6578600" cy="8001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5400000">
            <a:off x="9017000" y="6489700"/>
            <a:ext cx="1485900" cy="508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9512300" y="5689600"/>
            <a:ext cx="508000" cy="5080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0350500" y="5600700"/>
            <a:ext cx="6578600" cy="8001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0350500" y="6527800"/>
            <a:ext cx="6578600" cy="23368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5400000">
            <a:off x="9017000" y="10998200"/>
            <a:ext cx="1485900" cy="508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9512300" y="10198100"/>
            <a:ext cx="508000" cy="5080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0350500" y="10109200"/>
            <a:ext cx="6578600" cy="8001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5400000">
            <a:off x="14909800" y="6489700"/>
            <a:ext cx="1485900" cy="508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5405100" y="5689600"/>
            <a:ext cx="508000" cy="5080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6243300" y="5600700"/>
            <a:ext cx="7302500" cy="8001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6243300" y="6527800"/>
            <a:ext cx="6578600" cy="23368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5400000">
            <a:off x="14909800" y="10998200"/>
            <a:ext cx="1485900" cy="508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15405100" y="10198100"/>
            <a:ext cx="508000" cy="5080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16243300" y="10109200"/>
            <a:ext cx="6578600" cy="8001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2374900" y="8851900"/>
            <a:ext cx="6578600" cy="8763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2374900" y="4241800"/>
            <a:ext cx="6578600" cy="8763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1087100" y="-2057400"/>
            <a:ext cx="17830800" cy="17830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790700" y="1651000"/>
            <a:ext cx="9194800" cy="1536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750800" y="3733800"/>
            <a:ext cx="10160000" cy="36703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750800" y="3733800"/>
            <a:ext cx="127000" cy="36703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3335000" y="4876800"/>
            <a:ext cx="9182100" cy="20828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3335000" y="4064000"/>
            <a:ext cx="5334000" cy="685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2750800" y="8331200"/>
            <a:ext cx="10160000" cy="4114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2750800" y="8331200"/>
            <a:ext cx="127000" cy="41148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3335000" y="9448800"/>
            <a:ext cx="9182100" cy="2603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3335000" y="8636000"/>
            <a:ext cx="5334000" cy="685800"/>
          </a:xfrm>
          <a:prstGeom prst="rect">
            <a:avLst/>
          </a:prstGeom>
        </p:spPr>
      </p:pic>
      <p:pic>
        <p:nvPicPr>
          <p:cNvPr id="12" name="Picture 4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>
            <a:off x="1784350" y="3581400"/>
            <a:ext cx="10026649" cy="896759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-11087100" y="-2057400"/>
            <a:ext cx="17830800" cy="17830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790700" y="1638300"/>
            <a:ext cx="9194800" cy="1536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790700" y="3733800"/>
            <a:ext cx="20751800" cy="4025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790700" y="3733800"/>
            <a:ext cx="127000" cy="4025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451100" y="5194300"/>
            <a:ext cx="9182100" cy="1993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552700" y="4140200"/>
            <a:ext cx="5334000" cy="8763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790700" y="8331200"/>
            <a:ext cx="20751800" cy="4114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790700" y="8331200"/>
            <a:ext cx="127000" cy="41148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2451100" y="9867900"/>
            <a:ext cx="9182100" cy="19939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451100" y="8801100"/>
            <a:ext cx="6197600" cy="8763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1087100" y="-2057400"/>
            <a:ext cx="17830800" cy="17830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790700" y="1638300"/>
            <a:ext cx="9194800" cy="1536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790700" y="3733800"/>
            <a:ext cx="10655300" cy="4025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790700" y="3733800"/>
            <a:ext cx="127000" cy="4025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451100" y="5181600"/>
            <a:ext cx="9182100" cy="1993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552700" y="4127500"/>
            <a:ext cx="5334000" cy="8763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790700" y="8331200"/>
            <a:ext cx="10655300" cy="4114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790700" y="8331200"/>
            <a:ext cx="127000" cy="41148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451100" y="9867900"/>
            <a:ext cx="9182100" cy="19939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451100" y="8801100"/>
            <a:ext cx="6197600" cy="8763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5735300" y="9829800"/>
            <a:ext cx="10515600" cy="22733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5735300" y="8509000"/>
            <a:ext cx="7099300" cy="1003300"/>
          </a:xfrm>
          <a:prstGeom prst="rect">
            <a:avLst/>
          </a:prstGeom>
        </p:spPr>
      </p:pic>
      <p:pic>
        <p:nvPicPr>
          <p:cNvPr id="14" name="Picture 6"/>
          <p:cNvPicPr>
            <a:picLocks noChangeAspect="1"/>
          </p:cNvPicPr>
          <p:nvPr/>
        </p:nvPicPr>
        <p:blipFill rotWithShape="1">
          <a:blip r:embed="rId14"/>
          <a:stretch>
            <a:fillRect/>
          </a:stretch>
        </p:blipFill>
        <p:spPr>
          <a:xfrm>
            <a:off x="13411200" y="895377"/>
            <a:ext cx="10385048" cy="687702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1087100" y="-2057400"/>
            <a:ext cx="17830800" cy="17830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790700" y="1638300"/>
            <a:ext cx="9194800" cy="1536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500100" y="4483100"/>
            <a:ext cx="9182100" cy="1333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500100" y="3505200"/>
            <a:ext cx="6197600" cy="8763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3500100" y="7899400"/>
            <a:ext cx="9182100" cy="4546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3500100" y="6883400"/>
            <a:ext cx="6197600" cy="876300"/>
          </a:xfrm>
          <a:prstGeom prst="rect">
            <a:avLst/>
          </a:prstGeom>
        </p:spPr>
      </p:pic>
      <p:pic>
        <p:nvPicPr>
          <p:cNvPr id="8" name="Picture 5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3124200" y="3657600"/>
            <a:ext cx="7848600" cy="914385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1087100" y="-2057400"/>
            <a:ext cx="17830800" cy="17830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790700" y="1638300"/>
            <a:ext cx="9194800" cy="1536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4693900" y="5765800"/>
            <a:ext cx="9182100" cy="5549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4693900" y="4457700"/>
            <a:ext cx="6197600" cy="9017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454400" y="5765800"/>
            <a:ext cx="9182100" cy="5549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3454400" y="4457700"/>
            <a:ext cx="6197600" cy="901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0045700" y="7861300"/>
            <a:ext cx="3225800" cy="50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1087100" y="-2057400"/>
            <a:ext cx="17830800" cy="17830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790700" y="1638300"/>
            <a:ext cx="9194800" cy="1536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058400" y="9220200"/>
            <a:ext cx="5207000" cy="30861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058400" y="8204200"/>
            <a:ext cx="6197600" cy="9017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946400" y="9220200"/>
            <a:ext cx="9182100" cy="30861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946400" y="8204200"/>
            <a:ext cx="6197600" cy="9017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16535400" y="9220200"/>
            <a:ext cx="9182100" cy="3695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16535400" y="8204200"/>
            <a:ext cx="6197600" cy="901700"/>
          </a:xfrm>
          <a:prstGeom prst="rect">
            <a:avLst/>
          </a:prstGeom>
        </p:spPr>
      </p:pic>
      <p:pic>
        <p:nvPicPr>
          <p:cNvPr id="10" name="Picture 5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2971800" y="3697648"/>
            <a:ext cx="4882092" cy="4074751"/>
          </a:xfrm>
          <a:prstGeom prst="rect">
            <a:avLst/>
          </a:prstGeom>
        </p:spPr>
      </p:pic>
      <p:pic>
        <p:nvPicPr>
          <p:cNvPr id="11" name="Picture 8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10075333" y="3733800"/>
            <a:ext cx="4783667" cy="399260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>
            <a:off x="16576321" y="3429000"/>
            <a:ext cx="6588478" cy="441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1087100" y="-2057400"/>
            <a:ext cx="17830800" cy="17830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790700" y="1638300"/>
            <a:ext cx="9194800" cy="1536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975600" y="5880100"/>
            <a:ext cx="5461000" cy="5816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975600" y="4508500"/>
            <a:ext cx="6515100" cy="939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778000" y="5880100"/>
            <a:ext cx="6210300" cy="4533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778000" y="4508500"/>
            <a:ext cx="6515100" cy="939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3360400" y="5880100"/>
            <a:ext cx="4559300" cy="5816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525500" y="4508500"/>
            <a:ext cx="6515100" cy="9398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8288000" y="5880100"/>
            <a:ext cx="4889500" cy="64643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8288000" y="4508500"/>
            <a:ext cx="6515100" cy="939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1087100" y="-2057400"/>
            <a:ext cx="17830800" cy="17830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790700" y="1638300"/>
            <a:ext cx="9194800" cy="1536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448800" y="6032500"/>
            <a:ext cx="8255000" cy="8001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4533900" y="5854700"/>
            <a:ext cx="6985000" cy="1092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448800" y="4279900"/>
            <a:ext cx="6654800" cy="8001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521200" y="4127500"/>
            <a:ext cx="6985000" cy="10922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448800" y="7772400"/>
            <a:ext cx="9283700" cy="8001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9448800" y="9512300"/>
            <a:ext cx="6057900" cy="800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4533900" y="7531100"/>
            <a:ext cx="6985000" cy="10922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4521200" y="9334500"/>
            <a:ext cx="6985000" cy="10922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3937000" y="11099800"/>
            <a:ext cx="6985000" cy="10922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9448800" y="11252200"/>
            <a:ext cx="9791700" cy="8001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-11087100" y="-2057400"/>
            <a:ext cx="17830800" cy="17830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790700" y="1638300"/>
            <a:ext cx="10147300" cy="1536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3868400" y="9931400"/>
            <a:ext cx="8166100" cy="3086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3868400" y="8915400"/>
            <a:ext cx="6197600" cy="901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3962400" y="9956800"/>
            <a:ext cx="9182100" cy="3073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3962400" y="8940800"/>
            <a:ext cx="6197600" cy="901700"/>
          </a:xfrm>
          <a:prstGeom prst="rect">
            <a:avLst/>
          </a:prstGeom>
        </p:spPr>
      </p:pic>
      <p:pic>
        <p:nvPicPr>
          <p:cNvPr id="8" name="Picture 4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8382000" y="3054016"/>
            <a:ext cx="8001000" cy="563278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1087100" y="-2057400"/>
            <a:ext cx="17830800" cy="17830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790700" y="1638300"/>
            <a:ext cx="9194800" cy="1536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790700" y="3733800"/>
            <a:ext cx="20751800" cy="4025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790700" y="3733800"/>
            <a:ext cx="127000" cy="4025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451100" y="5194300"/>
            <a:ext cx="9182100" cy="1993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552700" y="4140200"/>
            <a:ext cx="6997700" cy="8763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790700" y="8331200"/>
            <a:ext cx="20751800" cy="4114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790700" y="8331200"/>
            <a:ext cx="127000" cy="41148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451100" y="9867900"/>
            <a:ext cx="9182100" cy="19939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451100" y="8801100"/>
            <a:ext cx="6197600" cy="8763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11087100" y="-2057400"/>
            <a:ext cx="17830800" cy="17830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790700" y="1638300"/>
            <a:ext cx="9194800" cy="1536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790700" y="3733800"/>
            <a:ext cx="10655300" cy="4025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790700" y="3733800"/>
            <a:ext cx="127000" cy="4025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451100" y="5181600"/>
            <a:ext cx="9182100" cy="1993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552700" y="4127500"/>
            <a:ext cx="5334000" cy="8763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790700" y="8331200"/>
            <a:ext cx="10655300" cy="4114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790700" y="8331200"/>
            <a:ext cx="127000" cy="41148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451100" y="9867900"/>
            <a:ext cx="9182100" cy="19939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2451100" y="8801100"/>
            <a:ext cx="6197600" cy="8763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5468600" y="9779000"/>
            <a:ext cx="10515600" cy="22733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5468600" y="8458200"/>
            <a:ext cx="7099300" cy="1003300"/>
          </a:xfrm>
          <a:prstGeom prst="rect">
            <a:avLst/>
          </a:prstGeom>
        </p:spPr>
      </p:pic>
      <p:pic>
        <p:nvPicPr>
          <p:cNvPr id="14" name="Picture 6"/>
          <p:cNvPicPr>
            <a:picLocks noChangeAspect="1"/>
          </p:cNvPicPr>
          <p:nvPr/>
        </p:nvPicPr>
        <p:blipFill rotWithShape="1">
          <a:blip r:embed="rId15"/>
          <a:stretch>
            <a:fillRect/>
          </a:stretch>
        </p:blipFill>
        <p:spPr>
          <a:xfrm>
            <a:off x="13656356" y="457200"/>
            <a:ext cx="10118043" cy="7696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1087100" y="-2057400"/>
            <a:ext cx="17830800" cy="17830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790700" y="1638300"/>
            <a:ext cx="10147300" cy="1536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385800" y="9525000"/>
            <a:ext cx="8166100" cy="30861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385800" y="8509000"/>
            <a:ext cx="6197600" cy="9017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975100" y="9525000"/>
            <a:ext cx="9182100" cy="24638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3975100" y="8509000"/>
            <a:ext cx="6197600" cy="901700"/>
          </a:xfrm>
          <a:prstGeom prst="rect">
            <a:avLst/>
          </a:prstGeom>
        </p:spPr>
      </p:pic>
      <p:pic>
        <p:nvPicPr>
          <p:cNvPr id="8" name="Picture 5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7518400" y="3048000"/>
            <a:ext cx="9779000" cy="519896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1087100" y="-2057400"/>
            <a:ext cx="17830800" cy="17830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790700" y="1638300"/>
            <a:ext cx="9194800" cy="1536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4300200" y="6718300"/>
            <a:ext cx="9182100" cy="30861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4300200" y="5410200"/>
            <a:ext cx="6197600" cy="9017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857500" y="6807200"/>
            <a:ext cx="9182100" cy="30861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857500" y="5499100"/>
            <a:ext cx="6997700" cy="901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0045700" y="8051800"/>
            <a:ext cx="3225800" cy="50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1087100" y="-2057400"/>
            <a:ext cx="17830800" cy="17830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790700" y="1638300"/>
            <a:ext cx="17043400" cy="1536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429500" y="6807200"/>
            <a:ext cx="5461000" cy="3238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429500" y="5245100"/>
            <a:ext cx="6515100" cy="939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930400" y="6807200"/>
            <a:ext cx="6210300" cy="3238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930400" y="5245100"/>
            <a:ext cx="6515100" cy="939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2725400" y="6807200"/>
            <a:ext cx="5207000" cy="32385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2903200" y="5245100"/>
            <a:ext cx="6515100" cy="9398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8402300" y="6807200"/>
            <a:ext cx="4889500" cy="25908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8402300" y="5245100"/>
            <a:ext cx="6515100" cy="9398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98100" y="3162300"/>
            <a:ext cx="17830800" cy="17830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790700" y="1778000"/>
            <a:ext cx="6946900" cy="1536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806700" y="10020300"/>
            <a:ext cx="12382500" cy="1041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806700" y="11137900"/>
            <a:ext cx="12369800" cy="11303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267700" y="3530600"/>
            <a:ext cx="7835900" cy="838200"/>
          </a:xfrm>
          <a:prstGeom prst="rect">
            <a:avLst/>
          </a:prstGeom>
        </p:spPr>
      </p:pic>
      <p:pic>
        <p:nvPicPr>
          <p:cNvPr id="7" name="Picture 5" descr="https://wikidocs.net/images/page/222889/%EC%8A%A4%ED%81%AC%EB%A6%B0%EC%83%B7_2023-11-24_135037.png"/>
          <p:cNvPicPr>
            <a:picLocks noChangeAspect="1" noChangeArrowheads="1"/>
          </p:cNvPicPr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2895601" y="4267200"/>
            <a:ext cx="19202400" cy="536097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198100" y="3162300"/>
            <a:ext cx="17830800" cy="17830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790700" y="1778000"/>
            <a:ext cx="6946900" cy="1536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810000" y="4775200"/>
            <a:ext cx="12738100" cy="11303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4927600" y="6235700"/>
            <a:ext cx="12738100" cy="50673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198100" y="3162300"/>
            <a:ext cx="17830800" cy="17830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790700" y="1778000"/>
            <a:ext cx="6946900" cy="1536700"/>
          </a:xfrm>
          <a:prstGeom prst="rect">
            <a:avLst/>
          </a:prstGeom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 rotWithShape="1">
          <a:blip r:embed="rId4"/>
          <a:srcRect l="2120" t="2880"/>
          <a:stretch>
            <a:fillRect/>
          </a:stretch>
        </p:blipFill>
        <p:spPr>
          <a:xfrm>
            <a:off x="3185771" y="5029202"/>
            <a:ext cx="18012458" cy="8534398"/>
          </a:xfrm>
          <a:prstGeom prst="rect">
            <a:avLst/>
          </a:prstGeom>
          <a:noFill/>
          <a:ln w="9525">
            <a:noFill/>
            <a:miter/>
          </a:ln>
          <a:effectLst/>
        </p:spPr>
      </p:pic>
      <p:sp>
        <p:nvSpPr>
          <p:cNvPr id="6" name="가로 글상자 5"/>
          <p:cNvSpPr txBox="1"/>
          <p:nvPr/>
        </p:nvSpPr>
        <p:spPr>
          <a:xfrm>
            <a:off x="3200400" y="3429000"/>
            <a:ext cx="14782800" cy="1310640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4000"/>
              <a:t>라벨이 있는 데이터를 사용해서 정답을 맞히는 학습 방식</a:t>
            </a:r>
            <a:r>
              <a:rPr lang="en-US" altLang="ko-KR" sz="4000"/>
              <a:t>.</a:t>
            </a:r>
            <a:endParaRPr lang="en-US" altLang="ko-KR" sz="4000"/>
          </a:p>
          <a:p>
            <a:pPr lvl="0">
              <a:defRPr/>
            </a:pPr>
            <a:r>
              <a:rPr lang="ko-KR" altLang="en-US" sz="4000"/>
              <a:t>주로 분류</a:t>
            </a:r>
            <a:r>
              <a:rPr lang="en-US" altLang="ko-KR" sz="4000"/>
              <a:t>,</a:t>
            </a:r>
            <a:r>
              <a:rPr lang="ko-KR" altLang="en-US" sz="4000"/>
              <a:t>회귀 문제에 사용</a:t>
            </a:r>
            <a:endParaRPr lang="ko-KR" altLang="en-US" sz="4000"/>
          </a:p>
        </p:txBody>
      </p:sp>
    </p:spTree>
  </p:cSld>
  <p:clrMapOvr>
    <a:masterClrMapping/>
  </p:clrMapOvr>
</p:sld>
</file>

<file path=ppt/slides/slide2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198100" y="3162300"/>
            <a:ext cx="17830800" cy="17830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790700" y="1778000"/>
            <a:ext cx="8775700" cy="1536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086100" y="3556000"/>
            <a:ext cx="18199100" cy="1612900"/>
          </a:xfrm>
          <a:prstGeom prst="rect">
            <a:avLst/>
          </a:prstGeom>
        </p:spPr>
      </p:pic>
      <p:pic>
        <p:nvPicPr>
          <p:cNvPr id="5" name="Picture 13"/>
          <p:cNvPicPr>
            <a:picLocks noChangeAspect="1" noChangeArrowheads="1"/>
          </p:cNvPicPr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4861434" y="5791200"/>
            <a:ext cx="14661133" cy="6849953"/>
          </a:xfrm>
          <a:prstGeom prst="rect">
            <a:avLst/>
          </a:prstGeom>
          <a:noFill/>
          <a:ln w="9525">
            <a:noFill/>
            <a:miter/>
          </a:ln>
          <a:effectLst/>
        </p:spPr>
      </p:pic>
    </p:spTree>
  </p:cSld>
  <p:clrMapOvr>
    <a:masterClrMapping/>
  </p:clrMapOvr>
</p:sld>
</file>

<file path=ppt/slides/slide2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198100" y="3162300"/>
            <a:ext cx="17830800" cy="17830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790700" y="1778000"/>
            <a:ext cx="8775700" cy="1536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9677400" y="2667000"/>
            <a:ext cx="18199100" cy="2819400"/>
          </a:xfrm>
          <a:prstGeom prst="rect">
            <a:avLst/>
          </a:prstGeom>
        </p:spPr>
      </p:pic>
      <p:pic>
        <p:nvPicPr>
          <p:cNvPr id="5" name="Picture 15" descr="모델의 예측 성능 향상시키기-(배깅, 랜덤포레스트, 부스팅) | GDSC UOS"/>
          <p:cNvPicPr>
            <a:picLocks noChangeAspect="1" noChangeArrowheads="1"/>
          </p:cNvPicPr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15468600" y="6096000"/>
            <a:ext cx="6858000" cy="657664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</p:pic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6"/>
          <a:srcRect r="2200"/>
          <a:stretch>
            <a:fillRect/>
          </a:stretch>
        </p:blipFill>
        <p:spPr>
          <a:xfrm>
            <a:off x="1032279" y="3733800"/>
            <a:ext cx="13521921" cy="84074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198100" y="3162300"/>
            <a:ext cx="17830800" cy="17830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790700" y="3543300"/>
            <a:ext cx="20980400" cy="1612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790700" y="1778000"/>
            <a:ext cx="8775700" cy="1536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778000" y="11036300"/>
            <a:ext cx="20980400" cy="2120900"/>
          </a:xfrm>
          <a:prstGeom prst="rect">
            <a:avLst/>
          </a:prstGeom>
        </p:spPr>
      </p:pic>
      <p:pic>
        <p:nvPicPr>
          <p:cNvPr id="6" name="Picture 4" descr="https://blog.kakaocdn.net/dn/GkEYY/btsJkmxxymY/66yQRjPPeK2xoQMbM22lY1/img.png"/>
          <p:cNvPicPr>
            <a:picLocks noChangeAspect="1" noChangeArrowheads="1"/>
          </p:cNvPicPr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5741079" y="5467106"/>
            <a:ext cx="12901842" cy="527709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198100" y="3162300"/>
            <a:ext cx="17830800" cy="17830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790700" y="1778000"/>
            <a:ext cx="18757900" cy="1536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0528300" y="10337800"/>
            <a:ext cx="5207000" cy="2463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528300" y="9309100"/>
            <a:ext cx="6197600" cy="9017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49400" y="10337800"/>
            <a:ext cx="9182100" cy="24638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49400" y="9309100"/>
            <a:ext cx="6197600" cy="901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7741900" y="9309100"/>
            <a:ext cx="6197600" cy="1663700"/>
          </a:xfrm>
          <a:prstGeom prst="rect">
            <a:avLst/>
          </a:prstGeom>
        </p:spPr>
      </p:pic>
      <p:pic>
        <p:nvPicPr>
          <p:cNvPr id="9" name="Picture 2" descr="Practical guidelines for the use of gradient boosting for molecular  property prediction | Journal of Cheminformatics | Full Text"/>
          <p:cNvPicPr>
            <a:picLocks noChangeAspect="1" noChangeArrowheads="1"/>
          </p:cNvPicPr>
          <p:nvPr/>
        </p:nvPicPr>
        <p:blipFill rotWithShape="1">
          <a:blip r:embed="rId9"/>
          <a:srcRect/>
          <a:stretch>
            <a:fillRect/>
          </a:stretch>
        </p:blipFill>
        <p:spPr>
          <a:xfrm>
            <a:off x="1981199" y="3505199"/>
            <a:ext cx="20421602" cy="556490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98100" y="3162300"/>
            <a:ext cx="17830800" cy="17830800"/>
          </a:xfrm>
          <a:prstGeom prst="rect">
            <a:avLst/>
          </a:prstGeom>
        </p:spPr>
      </p:pic>
      <p:pic>
        <p:nvPicPr>
          <p:cNvPr id="6" name="Picture 2" descr="여러 기간의 시계열 확률 예측을 위한 XGB, LightGBM, CatBoost 모델 비교 분석 | TIL"/>
          <p:cNvPicPr>
            <a:picLocks noChangeAspect="1" noChangeArrowheads="1"/>
          </p:cNvPicPr>
          <p:nvPr/>
        </p:nvPicPr>
        <p:blipFill rotWithShape="1">
          <a:blip r:embed="rId3"/>
          <a:srcRect b="10990"/>
          <a:stretch>
            <a:fillRect/>
          </a:stretch>
        </p:blipFill>
        <p:spPr>
          <a:xfrm>
            <a:off x="3078170" y="3682527"/>
            <a:ext cx="18227660" cy="9423872"/>
          </a:xfrm>
          <a:prstGeom prst="rect">
            <a:avLst/>
          </a:prstGeom>
          <a:noFill/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790700" y="1778000"/>
            <a:ext cx="18757900" cy="1536700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3203817" y="3886200"/>
            <a:ext cx="17827384" cy="411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 b="1"/>
          </a:p>
        </p:txBody>
      </p:sp>
    </p:spTree>
  </p:cSld>
  <p:clrMapOvr>
    <a:masterClrMapping/>
  </p:clrMapOvr>
</p:sld>
</file>

<file path=ppt/slides/slide2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198100" y="3162300"/>
            <a:ext cx="17830800" cy="17830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790700" y="1778000"/>
            <a:ext cx="6946900" cy="1536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086100" y="3441700"/>
            <a:ext cx="18199100" cy="1612900"/>
          </a:xfrm>
          <a:prstGeom prst="rect">
            <a:avLst/>
          </a:prstGeom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5"/>
          <a:srcRect l="1150" t="2450" b="10010"/>
          <a:stretch>
            <a:fillRect/>
          </a:stretch>
        </p:blipFill>
        <p:spPr>
          <a:xfrm>
            <a:off x="2971800" y="5257654"/>
            <a:ext cx="18440400" cy="8229746"/>
          </a:xfrm>
          <a:prstGeom prst="rect">
            <a:avLst/>
          </a:prstGeom>
          <a:noFill/>
          <a:ln w="9525">
            <a:noFill/>
            <a:miter/>
          </a:ln>
          <a:effectLst/>
        </p:spPr>
      </p:pic>
    </p:spTree>
  </p:cSld>
  <p:clrMapOvr>
    <a:masterClrMapping/>
  </p:clrMapOvr>
</p:sld>
</file>

<file path=ppt/slides/slide2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534400" y="4038600"/>
            <a:ext cx="17830800" cy="17830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790700" y="1778000"/>
            <a:ext cx="16624300" cy="1536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086100" y="3454400"/>
            <a:ext cx="18199100" cy="838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7772400" y="6315445"/>
            <a:ext cx="15938500" cy="945409"/>
          </a:xfrm>
          <a:prstGeom prst="rect">
            <a:avLst/>
          </a:prstGeom>
        </p:spPr>
      </p:pic>
      <p:pic>
        <p:nvPicPr>
          <p:cNvPr id="6" name="Picture 1"/>
          <p:cNvPicPr>
            <a:picLocks noChangeAspect="1" noChangeArrowheads="1"/>
          </p:cNvPicPr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14020800" y="7543800"/>
            <a:ext cx="9235298" cy="2209800"/>
          </a:xfrm>
          <a:prstGeom prst="rect">
            <a:avLst/>
          </a:prstGeom>
          <a:noFill/>
          <a:ln w="9525">
            <a:noFill/>
            <a:miter/>
          </a:ln>
          <a:effectLst/>
        </p:spPr>
      </p:pic>
      <p:pic>
        <p:nvPicPr>
          <p:cNvPr id="7" name="Picture 2" descr="클러스터링 (k-means 알고리즘)"/>
          <p:cNvPicPr>
            <a:picLocks noChangeAspect="1" noChangeArrowheads="1"/>
          </p:cNvPicPr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1981200" y="4495800"/>
            <a:ext cx="11506200" cy="910715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98100" y="3162300"/>
            <a:ext cx="17830800" cy="17830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790700" y="1778000"/>
            <a:ext cx="16624300" cy="1536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086100" y="3390900"/>
            <a:ext cx="18199100" cy="2819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714500" y="11493500"/>
            <a:ext cx="18199100" cy="1485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4579600" y="7200900"/>
            <a:ext cx="18199100" cy="3289300"/>
          </a:xfrm>
          <a:prstGeom prst="rect">
            <a:avLst/>
          </a:prstGeom>
        </p:spPr>
      </p:pic>
      <p:pic>
        <p:nvPicPr>
          <p:cNvPr id="8" name="Picture 5" descr="PCA 주성분 분석"/>
          <p:cNvPicPr>
            <a:picLocks noChangeAspect="1" noChangeArrowheads="1"/>
          </p:cNvPicPr>
          <p:nvPr/>
        </p:nvPicPr>
        <p:blipFill rotWithShape="1">
          <a:blip r:embed="rId7"/>
          <a:srcRect l="6040" r="14110" b="5180"/>
          <a:stretch>
            <a:fillRect/>
          </a:stretch>
        </p:blipFill>
        <p:spPr>
          <a:xfrm>
            <a:off x="1905000" y="6257620"/>
            <a:ext cx="6282842" cy="5019980"/>
          </a:xfrm>
          <a:prstGeom prst="rect">
            <a:avLst/>
          </a:prstGeom>
          <a:noFill/>
        </p:spPr>
      </p:pic>
      <p:pic>
        <p:nvPicPr>
          <p:cNvPr id="7" name="Picture 2" descr="https://blog.kakaocdn.net/dn/FuoFs/btroCxnNTMI/1Jq08SkuWxmnikTStG9N51/img.png"/>
          <p:cNvPicPr>
            <a:picLocks noChangeAspect="1" noChangeArrowheads="1"/>
          </p:cNvPicPr>
          <p:nvPr/>
        </p:nvPicPr>
        <p:blipFill rotWithShape="1">
          <a:blip r:embed="rId8"/>
          <a:srcRect l="46000" b="-6110"/>
          <a:stretch>
            <a:fillRect/>
          </a:stretch>
        </p:blipFill>
        <p:spPr>
          <a:xfrm>
            <a:off x="8077200" y="6257619"/>
            <a:ext cx="5816288" cy="501998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198100" y="3162300"/>
            <a:ext cx="17830800" cy="17830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790700" y="1778000"/>
            <a:ext cx="6946900" cy="1536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086100" y="3441700"/>
            <a:ext cx="18199100" cy="1612900"/>
          </a:xfrm>
          <a:prstGeom prst="rect">
            <a:avLst/>
          </a:prstGeom>
        </p:spPr>
      </p:pic>
      <p:pic>
        <p:nvPicPr>
          <p:cNvPr id="5" name="Picture 5" descr="알파고도 칠전팔기?&quot; [특별기획 AI 2030] ③ 강화학습 &lt; 뉴테크 &lt; 기술 &lt; 기사본문 - AI타임스"/>
          <p:cNvPicPr>
            <a:picLocks noChangeAspect="1" noChangeArrowheads="1"/>
          </p:cNvPicPr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4062411" y="5398908"/>
            <a:ext cx="16259175" cy="770749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198100" y="3162300"/>
            <a:ext cx="17830800" cy="17830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790700" y="1778000"/>
            <a:ext cx="6946900" cy="1536700"/>
          </a:xfrm>
          <a:prstGeom prst="rect">
            <a:avLst/>
          </a:prstGeom>
        </p:spPr>
      </p:pic>
      <p:pic>
        <p:nvPicPr>
          <p:cNvPr id="5" name="Picture 3" descr="딥러닝 (8) - [RL1] 강화학습(Reinforcement Learning)이란?"/>
          <p:cNvPicPr>
            <a:picLocks noChangeAspect="1" noChangeArrowheads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3624650" y="3733800"/>
            <a:ext cx="17134700" cy="914399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198100" y="3162300"/>
            <a:ext cx="17830800" cy="17830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790700" y="1778000"/>
            <a:ext cx="6946900" cy="1536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086100" y="3441700"/>
            <a:ext cx="18199100" cy="1612900"/>
          </a:xfrm>
          <a:prstGeom prst="rect">
            <a:avLst/>
          </a:prstGeom>
        </p:spPr>
      </p:pic>
      <p:pic>
        <p:nvPicPr>
          <p:cNvPr id="5" name="Picture 3" descr="ML] 2-1. 머신러닝의 종류 및 적용 사례 (지도 학습, 비지도 학습, 준지도 학습, 강화 학습)"/>
          <p:cNvPicPr>
            <a:picLocks noChangeAspect="1" noChangeArrowheads="1"/>
          </p:cNvPicPr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4560276" y="5261183"/>
            <a:ext cx="15263447" cy="853101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98100" y="3162300"/>
            <a:ext cx="17830800" cy="17830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790700" y="1778000"/>
            <a:ext cx="8636000" cy="1536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086100" y="3441700"/>
            <a:ext cx="18199100" cy="2400300"/>
          </a:xfrm>
          <a:prstGeom prst="rect">
            <a:avLst/>
          </a:prstGeom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5"/>
          <a:srcRect t="5400" r="1440"/>
          <a:stretch>
            <a:fillRect/>
          </a:stretch>
        </p:blipFill>
        <p:spPr>
          <a:xfrm>
            <a:off x="4937775" y="5997870"/>
            <a:ext cx="14508449" cy="7413329"/>
          </a:xfrm>
          <a:prstGeom prst="rect">
            <a:avLst/>
          </a:prstGeom>
          <a:noFill/>
          <a:ln w="9525">
            <a:noFill/>
            <a:miter/>
          </a:ln>
        </p:spPr>
      </p:pic>
    </p:spTree>
  </p:cSld>
  <p:clrMapOvr>
    <a:masterClrMapping/>
  </p:clrMapOvr>
</p:sld>
</file>

<file path=ppt/slides/slide3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198100" y="3162300"/>
            <a:ext cx="17830800" cy="17830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790700" y="1778000"/>
            <a:ext cx="8636000" cy="1536700"/>
          </a:xfrm>
          <a:prstGeom prst="rect">
            <a:avLst/>
          </a:prstGeom>
        </p:spPr>
      </p:pic>
      <p:pic>
        <p:nvPicPr>
          <p:cNvPr id="5" name="Picture 1"/>
          <p:cNvPicPr>
            <a:picLocks noChangeAspect="1" noChangeArrowheads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3190228" y="4780085"/>
            <a:ext cx="18003544" cy="6649915"/>
          </a:xfrm>
          <a:prstGeom prst="rect">
            <a:avLst/>
          </a:prstGeom>
          <a:noFill/>
          <a:ln w="9525">
            <a:noFill/>
            <a:miter/>
          </a:ln>
          <a:effectLst/>
        </p:spPr>
      </p:pic>
    </p:spTree>
  </p:cSld>
  <p:clrMapOvr>
    <a:masterClrMapping/>
  </p:clrMapOvr>
</p:sld>
</file>

<file path=ppt/slides/slide3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198100" y="3162300"/>
            <a:ext cx="17830800" cy="17830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790700" y="1778000"/>
            <a:ext cx="11747500" cy="1536700"/>
          </a:xfrm>
          <a:prstGeom prst="rect">
            <a:avLst/>
          </a:prstGeom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2796148" y="3733800"/>
            <a:ext cx="18791704" cy="9210455"/>
          </a:xfrm>
          <a:prstGeom prst="rect">
            <a:avLst/>
          </a:prstGeom>
          <a:noFill/>
          <a:ln w="9525">
            <a:noFill/>
            <a:miter/>
          </a:ln>
        </p:spPr>
      </p:pic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11</ep:Words>
  <ep:PresentationFormat>On-screen Show (4:3)</ep:PresentationFormat>
  <ep:Paragraphs>3</ep:Paragraphs>
  <ep:Slides>33</ep:Slides>
  <ep:Notes>1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33</vt:i4>
      </vt:variant>
    </vt:vector>
  </ep:HeadingPairs>
  <ep:TitlesOfParts>
    <vt:vector size="34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  <vt:lpstr>슬라이드 22</vt:lpstr>
      <vt:lpstr>슬라이드 23</vt:lpstr>
      <vt:lpstr>슬라이드 24</vt:lpstr>
      <vt:lpstr>슬라이드 25</vt:lpstr>
      <vt:lpstr>슬라이드 26</vt:lpstr>
      <vt:lpstr>슬라이드 27</vt:lpstr>
      <vt:lpstr>슬라이드 28</vt:lpstr>
      <vt:lpstr>슬라이드 29</vt:lpstr>
      <vt:lpstr>슬라이드 30</vt:lpstr>
      <vt:lpstr>슬라이드 31</vt:lpstr>
      <vt:lpstr>슬라이드 32</vt:lpstr>
      <vt:lpstr>슬라이드 33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2006-08-16T00:00:00.000</dcterms:created>
  <cp:lastModifiedBy>chud2</cp:lastModifiedBy>
  <dcterms:modified xsi:type="dcterms:W3CDTF">2025-09-23T08:41:31.914</dcterms:modified>
  <cp:revision>14</cp:revision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